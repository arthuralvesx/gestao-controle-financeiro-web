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7110E"/>
          </a:solidFill>
          <a:ln w="12700">
            <a:solidFill>
              <a:srgbClr val="0711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10160">
            <a:solidFill>
              <a:srgbClr val="2231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65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VISÃO DO PRODUTO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6272784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FFB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7498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financeiro pessoal, simples e visual.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7223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aplicação web para registrar receitas, acompanhar despesas, criar metas e transformar dados financeiros em decisões mais claras.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138160" y="1097280"/>
            <a:ext cx="2880360" cy="3429000"/>
          </a:xfrm>
          <a:prstGeom prst="rect">
            <a:avLst/>
          </a:prstGeom>
          <a:solidFill>
            <a:srgbClr val="111714"/>
          </a:solidFill>
          <a:ln w="10160">
            <a:solidFill>
              <a:srgbClr val="174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ele entrega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30768" y="1865376"/>
            <a:ext cx="22860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funcional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Receita mensal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de gastos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 de economia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com gráficos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persistidos em banco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21792" y="5074920"/>
            <a:ext cx="9966960" cy="18288"/>
          </a:xfrm>
          <a:prstGeom prst="rect">
            <a:avLst/>
          </a:prstGeom>
          <a:solidFill>
            <a:srgbClr val="22312C"/>
          </a:solidFill>
          <a:ln w="12700">
            <a:solidFill>
              <a:srgbClr val="2231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49240"/>
            <a:ext cx="7772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Projeto Integrador SENAC | Backend Spring Boot + Frontend Angular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7110E"/>
          </a:solidFill>
          <a:ln w="12700">
            <a:solidFill>
              <a:srgbClr val="0711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10160">
            <a:solidFill>
              <a:srgbClr val="2231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65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MOTIVAÇÃO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6272784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8046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Escolhemos finanças porque o problema é cotidiano e fácil de validar.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dor é comum: muitas pessoas sabem quanto recebem, mas não enxergam com clareza para onde o dinheiro vai.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3154680" cy="17373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743200"/>
            <a:ext cx="54864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Falta de visibilidade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86968" y="3346704"/>
            <a:ext cx="2697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Gastos ficam espalhados e o usuário perde contexto sobre mês, categoria e impacto no saldo.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4114800" y="2743200"/>
            <a:ext cx="3154680" cy="17373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743200"/>
            <a:ext cx="54864" cy="1737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Dificuldade de planejar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43400" y="3346704"/>
            <a:ext cx="2697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metas e histórico, a pessoa decide no escuro e reage tarde aos excessos.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571232" y="2743200"/>
            <a:ext cx="3154680" cy="17373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71232" y="2743200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Oportunidade técnica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99832" y="3346704"/>
            <a:ext cx="2697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tema conecta frontend, backend, banco de dados, autenticação, UX e análise visual.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58368" y="5074920"/>
            <a:ext cx="10012680" cy="685800"/>
          </a:xfrm>
          <a:prstGeom prst="rect">
            <a:avLst/>
          </a:prstGeom>
          <a:solidFill>
            <a:srgbClr val="0B1210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8523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escolha do tema nasceu da combinação entre utilidade real e uma boa oportunidade para demonstrar uma aplicação completa.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7110E"/>
          </a:solidFill>
          <a:ln w="12700">
            <a:solidFill>
              <a:srgbClr val="0711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10160">
            <a:solidFill>
              <a:srgbClr val="2231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65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PLANO DO PROJETO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6272784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8046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Definimos um produto pequeno, mas completo o suficiente para simular uso real.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escopo foi organizado em jornadas: acessar, cadastrar valores, acompanhar indicadores e interpretar o histórico.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761488"/>
            <a:ext cx="1865376" cy="19659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9923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Acesso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841248" y="3886200"/>
            <a:ext cx="1417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e cadastro para identificar o usuário.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761488" y="2761488"/>
            <a:ext cx="1865376" cy="19659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299923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80944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Receita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2980944" y="3886200"/>
            <a:ext cx="1417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da renda mensal como base do orçamento.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901184" y="2761488"/>
            <a:ext cx="1865376" cy="19659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99923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Despesas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5120640" y="3886200"/>
            <a:ext cx="1417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Cadastro de gastos com valor, nome e categoria.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040880" y="2761488"/>
            <a:ext cx="1865376" cy="19659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299923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0336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7260336" y="3886200"/>
            <a:ext cx="1417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 financeiros com valor total e saldo guardado.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180576" y="2761488"/>
            <a:ext cx="1865376" cy="196596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299923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00032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Painel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9400032" y="3886200"/>
            <a:ext cx="1417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Indicadores e gráficos para leitura rápida.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40080" y="5303520"/>
            <a:ext cx="9418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Critério de produto: cada tela precisava resolver uma tarefa clara, com feedback visual e consistência de navegação.</a:t>
            </a:r>
            <a:endParaRPr lang="en-US" sz="13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7110E"/>
          </a:solidFill>
          <a:ln w="12700">
            <a:solidFill>
              <a:srgbClr val="0711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10160">
            <a:solidFill>
              <a:srgbClr val="2231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65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 E TECNOLOGIA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6272784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8046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Entregamos uma aplicação web integrada, com dados salvos e leitura visual do orçamento.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produto final combina API, banco local, frontend responsivo e uma experiência orientada pelas heurísticas de Nielsen.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670048"/>
            <a:ext cx="4572000" cy="2359152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670048"/>
            <a:ext cx="54864" cy="2359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 de desenvolvimento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86968" y="3273552"/>
            <a:ext cx="41148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Angular, SCSS e componentes por página</a:t>
            </a:r>
            <a:endParaRPr lang="en-US" sz="1160" dirty="0"/>
          </a:p>
          <a:p>
            <a:pPr algn="l" indent="0" marL="0">
              <a:buNone/>
            </a:pP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Boot, Java e API REST</a:t>
            </a:r>
            <a:endParaRPr lang="en-US" sz="1160" dirty="0"/>
          </a:p>
          <a:p>
            <a:pPr algn="l" indent="0" marL="0">
              <a:buNone/>
            </a:pP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Persistência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H2 Database, dados locais e console de inspeção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897880" y="2670048"/>
            <a:ext cx="4572000" cy="2359152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670048"/>
            <a:ext cx="54864" cy="2359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foi implementado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26480" y="3273552"/>
            <a:ext cx="41148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e cadastro funcionais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com barra, rosca e histórico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Paginação em despesas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Máscara monetária brasileira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Ícones e botões padronizados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Textos revisados com acentos e pontuação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58368" y="5321808"/>
            <a:ext cx="9811512" cy="658368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532180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5522976"/>
            <a:ext cx="9354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6968" y="5925312"/>
            <a:ext cx="9354312" cy="-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base funcional que permite evoluir para relatórios, deploy, autenticação mais robusta e recursos de IA financeira.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7110E"/>
          </a:solidFill>
          <a:ln w="12700">
            <a:solidFill>
              <a:srgbClr val="0711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10160">
            <a:solidFill>
              <a:srgbClr val="2231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65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DEMONSTRAÇÃO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6272784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8046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apresentação, o produto deve ser demonstrado navegando pela versão web.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melhor prova é mostrar o fluxo completo: login, receita, despesa, meta e painel.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542032"/>
            <a:ext cx="6217920" cy="3429000"/>
          </a:xfrm>
          <a:prstGeom prst="rect">
            <a:avLst/>
          </a:prstGeom>
          <a:solidFill>
            <a:srgbClr val="111714"/>
          </a:solidFill>
          <a:ln w="10160">
            <a:solidFill>
              <a:srgbClr val="263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80360"/>
            <a:ext cx="5532120" cy="329184"/>
          </a:xfrm>
          <a:prstGeom prst="rect">
            <a:avLst/>
          </a:prstGeom>
          <a:solidFill>
            <a:srgbClr val="17201C"/>
          </a:solidFill>
          <a:ln w="6350">
            <a:solidFill>
              <a:srgbClr val="2231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http://127.0.0.1:4200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3520440"/>
            <a:ext cx="2103120" cy="137160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730752"/>
            <a:ext cx="777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FFB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4224528"/>
            <a:ext cx="1508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Painel com receita, despesas, metas e gráficos.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429000" y="3520440"/>
            <a:ext cx="2697480" cy="1371600"/>
          </a:xfrm>
          <a:prstGeom prst="rect">
            <a:avLst/>
          </a:prstGeom>
          <a:solidFill>
            <a:srgbClr val="0B1210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Demonstração ao vivo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4315968"/>
            <a:ext cx="1965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Abrir o sistema e navegar pelas telas principais.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7406640" y="2724912"/>
            <a:ext cx="3246120" cy="2606040"/>
          </a:xfrm>
          <a:prstGeom prst="rect">
            <a:avLst/>
          </a:prstGeom>
          <a:solidFill>
            <a:srgbClr val="111714"/>
          </a:solidFill>
          <a:ln w="10160">
            <a:solidFill>
              <a:srgbClr val="2231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724912"/>
            <a:ext cx="54864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926080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Roteiro de demonstração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35240" y="3328416"/>
            <a:ext cx="27889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Entrar no sistema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Cadastrar receita mensal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Registrar uma despesa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Criar uma meta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BFD6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Voltar ao painel e interpretar os gráficos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Projeto Integrador SENAC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FFB - Controle Financeiro</dc:title>
  <dc:subject>Apresentação do projeto FFB</dc:subject>
  <dc:creator>FFB</dc:creator>
  <cp:lastModifiedBy>FFB</cp:lastModifiedBy>
  <cp:revision>1</cp:revision>
  <dcterms:created xsi:type="dcterms:W3CDTF">2026-05-28T23:31:17Z</dcterms:created>
  <dcterms:modified xsi:type="dcterms:W3CDTF">2026-05-28T23:31:17Z</dcterms:modified>
</cp:coreProperties>
</file>